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60" r:id="rId10"/>
    <p:sldId id="271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8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2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КУРСОВИЙ ПРОЄКТ</a:t>
            </a:r>
            <a:br>
              <a:rPr lang="ru-RU" sz="3600" b="1" dirty="0"/>
            </a:br>
            <a:r>
              <a:rPr lang="ru-RU" sz="3600" b="1" dirty="0"/>
              <a:t>на тему: Система </a:t>
            </a:r>
            <a:r>
              <a:rPr lang="ru-RU" sz="3600" b="1" dirty="0" err="1"/>
              <a:t>управління</a:t>
            </a:r>
            <a:r>
              <a:rPr lang="ru-RU" sz="3600" b="1" dirty="0"/>
              <a:t> базою</a:t>
            </a:r>
            <a:r>
              <a:rPr lang="en-US" sz="3600" b="1" dirty="0"/>
              <a:t> </a:t>
            </a:r>
            <a:r>
              <a:rPr lang="ru-RU" sz="3600" b="1" dirty="0" err="1"/>
              <a:t>даних</a:t>
            </a:r>
            <a:r>
              <a:rPr lang="en-US" sz="3600" b="1" dirty="0"/>
              <a:t> </a:t>
            </a:r>
            <a:r>
              <a:rPr lang="ru-RU" sz="3600" b="1" dirty="0"/>
              <a:t>«</a:t>
            </a:r>
            <a:r>
              <a:rPr lang="ru-RU" sz="3600" b="1" dirty="0" err="1"/>
              <a:t>Автомобіль</a:t>
            </a:r>
            <a:r>
              <a:rPr lang="ru-RU" sz="3600" b="1" dirty="0"/>
              <a:t>»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sz="4500" dirty="0">
                <a:solidFill>
                  <a:schemeClr val="tx1"/>
                </a:solidFill>
              </a:rPr>
              <a:t>з </a:t>
            </a:r>
            <a:r>
              <a:rPr lang="ru-RU" sz="4500" dirty="0" err="1">
                <a:solidFill>
                  <a:schemeClr val="tx1"/>
                </a:solidFill>
              </a:rPr>
              <a:t>дисципліни</a:t>
            </a:r>
            <a:br>
              <a:rPr lang="ru-RU" sz="4500" dirty="0">
                <a:solidFill>
                  <a:schemeClr val="tx1"/>
                </a:solidFill>
              </a:rPr>
            </a:br>
            <a:r>
              <a:rPr lang="ru-RU" sz="4500" dirty="0">
                <a:solidFill>
                  <a:schemeClr val="tx1"/>
                </a:solidFill>
              </a:rPr>
              <a:t>СТРУКТУРИ ДАНИХ, АЛГОРИТМИ</a:t>
            </a:r>
          </a:p>
          <a:p>
            <a:r>
              <a:rPr lang="ru-RU" sz="4500" dirty="0">
                <a:solidFill>
                  <a:schemeClr val="tx1"/>
                </a:solidFill>
              </a:rPr>
              <a:t>ТА ОБ’ЄКТНО-ОРІЄНТОВАНА ПАРАДИГМА</a:t>
            </a:r>
          </a:p>
          <a:p>
            <a:br>
              <a:rPr lang="ru-RU" sz="4500" dirty="0">
                <a:solidFill>
                  <a:schemeClr val="tx1"/>
                </a:solidFill>
              </a:rPr>
            </a:br>
            <a:br>
              <a:rPr lang="ru-RU" dirty="0"/>
            </a:br>
            <a:endParaRPr lang="ru-RU" dirty="0"/>
          </a:p>
          <a:p>
            <a:pPr algn="r"/>
            <a:br>
              <a:rPr lang="ru-RU" dirty="0"/>
            </a:br>
            <a:r>
              <a:rPr lang="ru-RU" dirty="0"/>
              <a:t>                                                            </a:t>
            </a:r>
            <a:r>
              <a:rPr lang="ru-RU" sz="4400" dirty="0" err="1">
                <a:solidFill>
                  <a:schemeClr val="tx1"/>
                </a:solidFill>
              </a:rPr>
              <a:t>Викона</a:t>
            </a:r>
            <a:r>
              <a:rPr lang="uk-UA" sz="4400" dirty="0">
                <a:solidFill>
                  <a:schemeClr val="tx1"/>
                </a:solidFill>
              </a:rPr>
              <a:t>в</a:t>
            </a:r>
            <a:r>
              <a:rPr lang="en-US" sz="4400" dirty="0">
                <a:solidFill>
                  <a:schemeClr val="tx1"/>
                </a:solidFill>
              </a:rPr>
              <a:t>:</a:t>
            </a:r>
            <a:r>
              <a:rPr lang="uk-UA" sz="4400" dirty="0">
                <a:solidFill>
                  <a:schemeClr val="tx1"/>
                </a:solidFill>
              </a:rPr>
              <a:t> Бугера Михайло Олександрович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06676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Мета та 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solidFill>
                  <a:srgbClr val="000000"/>
                </a:solidFill>
                <a:latin typeface="Calibri"/>
              </a:rPr>
              <a:t>Мета: Розробка системи управління базою автомобілів.</a:t>
            </a:r>
          </a:p>
          <a:p>
            <a:r>
              <a:rPr sz="2800">
                <a:solidFill>
                  <a:srgbClr val="000000"/>
                </a:solidFill>
                <a:latin typeface="Calibri"/>
              </a:rPr>
              <a:t>Завдання: введення, редагування, пошук, сортування та фільтрація.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Інструментальні засоби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• ОС Windows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• CSV-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файли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• C++</a:t>
            </a:r>
            <a:endParaRPr lang="uk-UA" sz="2800" dirty="0">
              <a:solidFill>
                <a:srgbClr val="000000"/>
              </a:solidFill>
              <a:latin typeface="Calibri"/>
            </a:endParaRPr>
          </a:p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 Visual Studio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FA5A2C-11AF-4E14-9636-0B2ED38E2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359449"/>
            <a:ext cx="22764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v – Бесплатные иконки: файлы и папки">
            <a:extLst>
              <a:ext uri="{FF2B5EF4-FFF2-40B4-BE49-F238E27FC236}">
                <a16:creationId xmlns:a16="http://schemas.microsoft.com/office/drawing/2014/main" id="{1CE3B4DD-61BB-4107-A6DF-69071138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677" y="12927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19CC98-752C-4308-9934-F5BA741DB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427" y="3863181"/>
            <a:ext cx="20193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538136C-2F15-4798-A194-E5490A7C1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49" y="392509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646929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Сценарії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використання</a:t>
            </a:r>
            <a:endParaRPr sz="3600" b="1" dirty="0">
              <a:latin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E0140-DC3A-4A5C-9CAD-4652E3A8C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425"/>
            <a:ext cx="4760730" cy="34277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ABC9B1-8081-4353-BA7D-EF7F4567D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30" y="542425"/>
            <a:ext cx="4383270" cy="36326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2E08A2-E517-4D71-9DAD-1234EB296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60" y="3893903"/>
            <a:ext cx="4383270" cy="296409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137E8F5-0B6A-4D18-9385-B7DA58767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190" y="4144571"/>
            <a:ext cx="3501527" cy="2705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1883DF-9B35-43B1-99A0-D2DA929D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8" y="277324"/>
            <a:ext cx="4362932" cy="31516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96DB48-C2A1-47D5-8407-C631DD782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77324"/>
            <a:ext cx="4572000" cy="27506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08CC79-A7C7-4865-BB18-5E6BE52C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8" y="3519081"/>
            <a:ext cx="4362932" cy="30615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0BF1A4-80C7-4ACE-BC32-D2212FFB2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392815"/>
            <a:ext cx="3981201" cy="32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1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DBE26-5FB1-4888-95D4-A18DB27F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3" y="167640"/>
            <a:ext cx="4432467" cy="34231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73C5CB-BF51-4017-9554-E5628298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112" y="286686"/>
            <a:ext cx="3986355" cy="33041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5F1D-43A2-4F4C-BC38-81CCF4D1D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2" y="3805931"/>
            <a:ext cx="4432467" cy="30520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E0F2FF-9E26-4DDC-A6DA-AD64F9881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735597"/>
            <a:ext cx="4572000" cy="15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0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D4A4BB-4C86-4CD2-9227-AAC5B3DB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83638"/>
            <a:ext cx="4450080" cy="32453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BD6E90-6F4F-4D76-A0EF-27902C20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5895"/>
            <a:ext cx="4099560" cy="32431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F85358-EF06-46FF-859C-4FD37411D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" y="3429001"/>
            <a:ext cx="4123691" cy="3429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98693-D311-439D-9BF8-8345009B4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581400"/>
            <a:ext cx="4450081" cy="20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6A1BBE-9EB2-4E12-A082-6601D7A1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141710"/>
            <a:ext cx="6782747" cy="30388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39F439-AC73-4A9E-AC16-C6C79CCE3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67" y="3515888"/>
            <a:ext cx="7488448" cy="253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3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latin typeface="Calibri"/>
              </a:rPr>
              <a:t>Основні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алгоритми</a:t>
            </a:r>
            <a:endParaRPr sz="3600" b="1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4811"/>
            <a:ext cx="8229600" cy="4525963"/>
          </a:xfrm>
        </p:spPr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Додавання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Редагування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Видалення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Перегляд</a:t>
            </a:r>
            <a:r>
              <a:rPr sz="2800" dirty="0">
                <a:solidFill>
                  <a:srgbClr val="000000"/>
                </a:solidFill>
                <a:latin typeface="Calibri"/>
              </a:rPr>
              <a:t> і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сортування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0BCB04-9AB9-4A38-8557-F2807AE1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81" y="1005840"/>
            <a:ext cx="2552069" cy="5663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24A424-B496-4D04-AE6A-AB75C72537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45519" y="349134"/>
            <a:ext cx="1957908" cy="55560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E0591F-002E-42AB-AE57-498E0146D2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9753" y="208083"/>
            <a:ext cx="2543695" cy="520380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E0266D-25D6-4EEA-9D81-28B03B11E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973" y="34765"/>
            <a:ext cx="1790950" cy="6287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914476-3C90-413E-9517-E162B281C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288" y="103252"/>
            <a:ext cx="2143424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3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Класи бізнес-логіки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SzPts val="1400"/>
            </a:pP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абстрактний клас що представляє транспортний засіб, у якому оголошені основні методи для дочірніх класів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800" spc="0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SzPts val="1400"/>
            </a:pP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– 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клас що представляє автомобіль.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Configuration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який описує конфігурацію автомобілів.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CarManager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менеджер-клас для керування колекцією автомобілів. Реалізує всю бізнес-логіку програми: CRUD-операції, завантаження/збереження, пошук, сортування, фільтрацію та аналітику.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AuthManager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для управління авторизаціє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800" spc="0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IPrintable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інтерфейс всі класи що наслідують його </a:t>
            </a:r>
            <a:r>
              <a:rPr lang="uk-UA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зообовязанні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представити реалізацію методів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Print() and </a:t>
            </a:r>
            <a:r>
              <a:rPr lang="en-US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ToCSV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Функції програми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CRUD</a:t>
            </a: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Завантаження</a:t>
            </a:r>
            <a:r>
              <a:rPr sz="2800" dirty="0">
                <a:solidFill>
                  <a:srgbClr val="000000"/>
                </a:solidFill>
                <a:latin typeface="Calibri"/>
              </a:rPr>
              <a:t>/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збереження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Пошук</a:t>
            </a:r>
            <a:r>
              <a:rPr sz="28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сортування</a:t>
            </a:r>
            <a:r>
              <a:rPr sz="28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фільтрація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Авторизація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latin typeface="Calibri"/>
              </a:rPr>
              <a:t>Інтерфейс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програми</a:t>
            </a:r>
            <a:r>
              <a:rPr sz="3600" b="1" dirty="0">
                <a:latin typeface="Calibri"/>
              </a:rPr>
              <a:t>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C2AA76F-DB85-460F-A461-037417CD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64" y="1206555"/>
            <a:ext cx="5439534" cy="12860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E4A74DE-ACAF-4CE4-98B7-4E029819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143"/>
            <a:ext cx="5087060" cy="34009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D29F23-EA7C-4C7E-A632-D7F3CD71A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678" y="5935288"/>
            <a:ext cx="2381582" cy="299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0BB6-447F-4306-8129-110005D08542}"/>
              </a:ext>
            </a:extLst>
          </p:cNvPr>
          <p:cNvSpPr txBox="1"/>
          <p:nvPr/>
        </p:nvSpPr>
        <p:spPr>
          <a:xfrm>
            <a:off x="3191699" y="5935288"/>
            <a:ext cx="2323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- Меню адміністратора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178B23-FD3C-498D-8BCB-2E4990504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88" y="320040"/>
            <a:ext cx="4054636" cy="41456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DBE9B-9AB3-4100-BE57-1A904BFEA5CA}"/>
              </a:ext>
            </a:extLst>
          </p:cNvPr>
          <p:cNvSpPr txBox="1"/>
          <p:nvPr/>
        </p:nvSpPr>
        <p:spPr>
          <a:xfrm>
            <a:off x="160588" y="4465713"/>
            <a:ext cx="40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7 – меню автомобілів для адміністратора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87F555-E8E7-4A0A-A43B-D295110B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34" y="678136"/>
            <a:ext cx="3991532" cy="3429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2A916F-2F4F-41CD-A66F-9297143DBC7B}"/>
              </a:ext>
            </a:extLst>
          </p:cNvPr>
          <p:cNvSpPr txBox="1"/>
          <p:nvPr/>
        </p:nvSpPr>
        <p:spPr>
          <a:xfrm>
            <a:off x="4709834" y="4158329"/>
            <a:ext cx="40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8 – додавання нового авто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4CC03A-66C9-4697-B21B-B969BB7D3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3" y="194944"/>
            <a:ext cx="5830114" cy="4563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F4C24F-65C7-40EA-BEB8-F6561B5A781E}"/>
              </a:ext>
            </a:extLst>
          </p:cNvPr>
          <p:cNvSpPr txBox="1"/>
          <p:nvPr/>
        </p:nvSpPr>
        <p:spPr>
          <a:xfrm>
            <a:off x="87223" y="4758056"/>
            <a:ext cx="5830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9 – довідка для адміністратора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8C4B2B-00B0-409C-BE19-DCE94C09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2535" cy="1457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15F48-83C6-455B-BF5A-DFCE1AFB7B5A}"/>
              </a:ext>
            </a:extLst>
          </p:cNvPr>
          <p:cNvSpPr txBox="1"/>
          <p:nvPr/>
        </p:nvSpPr>
        <p:spPr>
          <a:xfrm>
            <a:off x="198120" y="1457528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10 – пошук за декількома критеріями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8E8892-3FE9-4537-AA17-3C3935E0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6" y="1903559"/>
            <a:ext cx="5725324" cy="514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3288CD-2389-4CF5-9A52-34D111E2B264}"/>
              </a:ext>
            </a:extLst>
          </p:cNvPr>
          <p:cNvSpPr txBox="1"/>
          <p:nvPr/>
        </p:nvSpPr>
        <p:spPr>
          <a:xfrm>
            <a:off x="187796" y="2420089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11 – пошук економічного авто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0E7976E-456E-499A-920A-89BE92CE0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4" y="2727866"/>
            <a:ext cx="5849166" cy="1695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12F2B9-C6CE-418F-8EB2-DA710D49F102}"/>
              </a:ext>
            </a:extLst>
          </p:cNvPr>
          <p:cNvSpPr txBox="1"/>
          <p:nvPr/>
        </p:nvSpPr>
        <p:spPr>
          <a:xfrm>
            <a:off x="187796" y="4577441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12 – розрахунок вартості поїздки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5ED105-4C03-4AE3-AE3A-5715BF64C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68" y="4885218"/>
            <a:ext cx="5782482" cy="962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654723-4791-4609-8246-3D505B6D9477}"/>
              </a:ext>
            </a:extLst>
          </p:cNvPr>
          <p:cNvSpPr txBox="1"/>
          <p:nvPr/>
        </p:nvSpPr>
        <p:spPr>
          <a:xfrm>
            <a:off x="133767" y="5847377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13 – сортування за витратами пального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C2BEB3-0F73-4D11-9591-65C04BE8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8" y="263646"/>
            <a:ext cx="4248743" cy="2810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BE1388-1801-4495-86A2-7E50CC20627A}"/>
              </a:ext>
            </a:extLst>
          </p:cNvPr>
          <p:cNvSpPr txBox="1"/>
          <p:nvPr/>
        </p:nvSpPr>
        <p:spPr>
          <a:xfrm>
            <a:off x="382608" y="3073913"/>
            <a:ext cx="424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14 – меню користувача без прав адміністратора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D93F7F-D35B-4986-B449-16D3E0B9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3597133"/>
            <a:ext cx="4936111" cy="28924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6F6688-02E1-4272-93B1-D457DD114EC4}"/>
              </a:ext>
            </a:extLst>
          </p:cNvPr>
          <p:cNvSpPr txBox="1"/>
          <p:nvPr/>
        </p:nvSpPr>
        <p:spPr>
          <a:xfrm>
            <a:off x="5218051" y="3573780"/>
            <a:ext cx="4248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15 – допомога для простого користувача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488680" cy="5028883"/>
          </a:xfrm>
        </p:spPr>
        <p:txBody>
          <a:bodyPr>
            <a:noAutofit/>
          </a:bodyPr>
          <a:lstStyle/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результаті виконання курсового </a:t>
            </a:r>
            <a:r>
              <a:rPr lang="uk-UA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проєкту</a:t>
            </a: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розроблена система управління базою автомобілів для комп’ютерів, які працюють під керуванням ОС Windows.</a:t>
            </a:r>
          </a:p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розробленому програмному забезпечені передбачено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uk-U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Подання даних користувачем у консолі.</a:t>
            </a:r>
            <a:endParaRPr lang="uk-U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Перевірку коректності введення даних та обробку виключень.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Збереження даних у файл.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Зчитування даних з файлу.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Перегляд доданих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Редагування доданих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Видалення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Сортування об’єктів по самостійно вибраному ключу.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Фільтрацію об’єктів по самостійно вибраному ключу.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Пошук об’єктів по самостійно обраному ключу.</a:t>
            </a:r>
          </a:p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Дана розробка у майбутньому може бути розширена із додаванням нового функціоналу і видозміненою логікою обробки.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363</Words>
  <Application>Microsoft Office PowerPoint</Application>
  <PresentationFormat>Екран (4:3)</PresentationFormat>
  <Paragraphs>57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КУРСОВИЙ ПРОЄКТ на тему: Система управління базою даних «Автомобіль» </vt:lpstr>
      <vt:lpstr>Мета та завдання</vt:lpstr>
      <vt:lpstr>Інструментальні засоби</vt:lpstr>
      <vt:lpstr>Сценарії використання</vt:lpstr>
      <vt:lpstr>Презентація PowerPoint</vt:lpstr>
      <vt:lpstr>Презентація PowerPoint</vt:lpstr>
      <vt:lpstr>Презентація PowerPoint</vt:lpstr>
      <vt:lpstr>Презентація PowerPoint</vt:lpstr>
      <vt:lpstr>Основні алгоритми</vt:lpstr>
      <vt:lpstr>Презентація PowerPoint</vt:lpstr>
      <vt:lpstr>Класи бізнес-логіки</vt:lpstr>
      <vt:lpstr>Функції програми</vt:lpstr>
      <vt:lpstr>Інтерфейс програми </vt:lpstr>
      <vt:lpstr>Презентація PowerPoint</vt:lpstr>
      <vt:lpstr>Презентація PowerPoint</vt:lpstr>
      <vt:lpstr>Презентація PowerPoint</vt:lpstr>
      <vt:lpstr>Презентація PowerPoint</vt:lpstr>
      <vt:lpstr>Висновки</vt:lpstr>
      <vt:lpstr>Дякую за увагу!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КУРСОВИЙ ПРОЄКТ на тему: Система управління базою даних «Автомобіль» </dc:title>
  <dc:subject/>
  <dc:creator/>
  <cp:keywords/>
  <dc:description>generated using python-pptx</dc:description>
  <cp:lastModifiedBy>Mykhailo Buhera</cp:lastModifiedBy>
  <cp:revision>14</cp:revision>
  <dcterms:created xsi:type="dcterms:W3CDTF">2013-01-27T09:14:16Z</dcterms:created>
  <dcterms:modified xsi:type="dcterms:W3CDTF">2025-11-25T08:43:26Z</dcterms:modified>
  <cp:category/>
</cp:coreProperties>
</file>